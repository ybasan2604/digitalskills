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1C87E4-6063-43F3-95F1-AE54B797721A}" type="datetimeFigureOut">
              <a:rPr lang="en-US" smtClean="0"/>
              <a:t>23/09/2023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E8DD57-CEF7-461E-8AD8-50DCCEF0E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962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23/09/2023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23/09/2023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23/09/2023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23/09/2023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23/09/2023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23/09/2023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23/09/2023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23/09/2023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23/09/2023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23/09/2023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23/09/2023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23/09/2023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BÁO CÁO KHOA HỌC</a:t>
            </a:r>
            <a:b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ĐỀ TÀI:</a:t>
            </a:r>
            <a:b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SỬ DỤNG CÔNG NGHỆ THÔNG TIN HIỆU QUẢ</a:t>
            </a:r>
            <a:b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TRONG SINH VIÊN</a:t>
            </a:r>
            <a:b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</a:t>
            </a:r>
            <a:b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 smtClean="0"/>
              <a:t>SINH VIÊN THỰC HIỆN: NGÔ HẢI TRÂN</a:t>
            </a:r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4338084" y="2679405"/>
            <a:ext cx="562462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7933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4500" y="1080965"/>
            <a:ext cx="9603275" cy="1049235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 NỘI DUNG BÁO CÁO</a:t>
            </a:r>
            <a:b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14400" lvl="1" indent="-457200">
              <a:buFont typeface="+mj-lt"/>
              <a:buAutoNum type="arabicPeriod"/>
            </a:pPr>
            <a:r>
              <a:rPr lang="en-US" dirty="0" err="1" smtClean="0"/>
              <a:t>Sơ</a:t>
            </a:r>
            <a:r>
              <a:rPr lang="en-US" dirty="0" smtClean="0"/>
              <a:t> </a:t>
            </a:r>
            <a:r>
              <a:rPr lang="en-US" dirty="0" err="1" smtClean="0"/>
              <a:t>lược</a:t>
            </a:r>
            <a:r>
              <a:rPr lang="en-US" dirty="0" smtClean="0"/>
              <a:t> tin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văn</a:t>
            </a:r>
            <a:r>
              <a:rPr lang="en-US" dirty="0" smtClean="0"/>
              <a:t> </a:t>
            </a:r>
            <a:r>
              <a:rPr lang="en-US" dirty="0" err="1" smtClean="0"/>
              <a:t>phòng</a:t>
            </a:r>
            <a:endParaRPr lang="en-US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dirty="0" err="1" smtClean="0"/>
              <a:t>Soạn</a:t>
            </a:r>
            <a:r>
              <a:rPr lang="en-US" dirty="0" smtClean="0"/>
              <a:t> </a:t>
            </a:r>
            <a:r>
              <a:rPr lang="en-US" dirty="0" err="1" smtClean="0"/>
              <a:t>tahro</a:t>
            </a:r>
            <a:r>
              <a:rPr lang="en-US" dirty="0" smtClean="0"/>
              <a:t> </a:t>
            </a:r>
            <a:r>
              <a:rPr lang="en-US" dirty="0" err="1" smtClean="0"/>
              <a:t>văn</a:t>
            </a:r>
            <a:r>
              <a:rPr lang="en-US" dirty="0" smtClean="0"/>
              <a:t> </a:t>
            </a:r>
            <a:r>
              <a:rPr lang="en-US" dirty="0" err="1" smtClean="0"/>
              <a:t>bản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Microsoft Word 2010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dirty="0" err="1" smtClean="0"/>
              <a:t>Văn</a:t>
            </a:r>
            <a:r>
              <a:rPr lang="en-US" dirty="0" smtClean="0"/>
              <a:t> </a:t>
            </a:r>
            <a:r>
              <a:rPr lang="en-US" dirty="0" err="1" smtClean="0"/>
              <a:t>bản</a:t>
            </a:r>
            <a:r>
              <a:rPr lang="en-US" dirty="0" smtClean="0"/>
              <a:t> </a:t>
            </a:r>
            <a:r>
              <a:rPr lang="en-US" dirty="0" err="1" smtClean="0"/>
              <a:t>hành</a:t>
            </a:r>
            <a:r>
              <a:rPr lang="en-US" dirty="0" smtClean="0"/>
              <a:t> </a:t>
            </a:r>
            <a:r>
              <a:rPr lang="en-US" dirty="0" err="1" smtClean="0"/>
              <a:t>chính</a:t>
            </a:r>
            <a:endParaRPr lang="en-US" dirty="0" smtClean="0"/>
          </a:p>
          <a:p>
            <a:pPr lvl="2">
              <a:buFont typeface="Wingdings" panose="05000000000000000000" pitchFamily="2" charset="2"/>
              <a:buChar char="v"/>
            </a:pPr>
            <a:r>
              <a:rPr lang="en-US" dirty="0" err="1" smtClean="0"/>
              <a:t>Văn</a:t>
            </a:r>
            <a:r>
              <a:rPr lang="en-US" dirty="0" smtClean="0"/>
              <a:t> </a:t>
            </a:r>
            <a:r>
              <a:rPr lang="en-US" dirty="0" err="1" smtClean="0"/>
              <a:t>bản</a:t>
            </a:r>
            <a:r>
              <a:rPr lang="en-US" dirty="0" smtClean="0"/>
              <a:t> </a:t>
            </a:r>
            <a:r>
              <a:rPr lang="en-US" dirty="0" err="1" smtClean="0"/>
              <a:t>pháp</a:t>
            </a:r>
            <a:r>
              <a:rPr lang="en-US" dirty="0" smtClean="0"/>
              <a:t> </a:t>
            </a:r>
            <a:r>
              <a:rPr lang="en-US" dirty="0" err="1" smtClean="0"/>
              <a:t>luật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 err="1" smtClean="0"/>
              <a:t>Lưu</a:t>
            </a:r>
            <a:r>
              <a:rPr lang="en-US" dirty="0" smtClean="0"/>
              <a:t> </a:t>
            </a:r>
            <a:r>
              <a:rPr lang="en-US" dirty="0" err="1" smtClean="0"/>
              <a:t>trữ</a:t>
            </a:r>
            <a:r>
              <a:rPr lang="en-US" dirty="0" smtClean="0"/>
              <a:t> </a:t>
            </a:r>
            <a:r>
              <a:rPr lang="en-US" dirty="0" err="1" smtClean="0"/>
              <a:t>bảng</a:t>
            </a:r>
            <a:r>
              <a:rPr lang="en-US" dirty="0" smtClean="0"/>
              <a:t> </a:t>
            </a:r>
            <a:r>
              <a:rPr lang="en-US" dirty="0" err="1" smtClean="0"/>
              <a:t>biểu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Microsoft Excel 2010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bày</a:t>
            </a:r>
            <a:r>
              <a:rPr lang="en-US" dirty="0" smtClean="0"/>
              <a:t> </a:t>
            </a:r>
            <a:r>
              <a:rPr lang="en-US" dirty="0" err="1" smtClean="0"/>
              <a:t>báo</a:t>
            </a:r>
            <a:r>
              <a:rPr lang="en-US" dirty="0" smtClean="0"/>
              <a:t> </a:t>
            </a:r>
            <a:r>
              <a:rPr lang="en-US" dirty="0" err="1" smtClean="0"/>
              <a:t>cáo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Microsoft </a:t>
            </a:r>
            <a:r>
              <a:rPr lang="en-US" dirty="0" err="1" smtClean="0"/>
              <a:t>Powerpoint</a:t>
            </a:r>
            <a:r>
              <a:rPr lang="en-US" dirty="0" smtClean="0"/>
              <a:t> 2010</a:t>
            </a:r>
          </a:p>
        </p:txBody>
      </p:sp>
    </p:spTree>
    <p:extLst>
      <p:ext uri="{BB962C8B-B14F-4D97-AF65-F5344CB8AC3E}">
        <p14:creationId xmlns:p14="http://schemas.microsoft.com/office/powerpoint/2010/main" val="1657144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12</TotalTime>
  <Words>55</Words>
  <Application>Microsoft Office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Gill Sans MT</vt:lpstr>
      <vt:lpstr>Times New Roman</vt:lpstr>
      <vt:lpstr>Wingdings</vt:lpstr>
      <vt:lpstr>Gallery</vt:lpstr>
      <vt:lpstr>BÁO CÁO KHOA HỌC ĐỀ TÀI: SỬ DỤNG CÔNG NGHỆ THÔNG TIN HIỆU QUẢ TRONG SINH VIÊN   </vt:lpstr>
      <vt:lpstr>2 NỘI DUNG BÁO CÁO 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KHOA HỌC ĐỀ TÀI: SỬ DỤNG CÔNG NGHỆ THÔNG TIN HIỆU QUẢ TRONG SINH VIÊN </dc:title>
  <dc:creator>Admin</dc:creator>
  <cp:lastModifiedBy>Admin</cp:lastModifiedBy>
  <cp:revision>2</cp:revision>
  <dcterms:created xsi:type="dcterms:W3CDTF">2023-09-23T02:51:52Z</dcterms:created>
  <dcterms:modified xsi:type="dcterms:W3CDTF">2023-09-23T03:04:51Z</dcterms:modified>
</cp:coreProperties>
</file>